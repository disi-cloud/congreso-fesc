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entury Schoolbook" panose="02040604050505020304" pitchFamily="18" charset="0"/>
      <p:regular r:id="rId13"/>
      <p:bold r:id="rId14"/>
      <p:italic r:id="rId15"/>
      <p:boldItalic r:id="rId16"/>
    </p:embeddedFont>
    <p:embeddedFont>
      <p:font typeface="Libre Franklin" panose="020B0604020202020204" charset="0"/>
      <p:regular r:id="rId17"/>
      <p:bold r:id="rId18"/>
      <p:italic r:id="rId19"/>
      <p:boldItalic r:id="rId20"/>
    </p:embeddedFont>
    <p:embeddedFont>
      <p:font typeface="Libre Franklin Medium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47MpWubC1PUIHloSoOMrj7saR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7611035" y="5446059"/>
            <a:ext cx="1102660" cy="1035423"/>
            <a:chOff x="7503459" y="5446059"/>
            <a:chExt cx="1102660" cy="1035423"/>
          </a:xfrm>
        </p:grpSpPr>
        <p:sp>
          <p:nvSpPr>
            <p:cNvPr id="85" name="Google Shape;85;p1"/>
            <p:cNvSpPr/>
            <p:nvPr/>
          </p:nvSpPr>
          <p:spPr>
            <a:xfrm>
              <a:off x="7503459" y="5446059"/>
              <a:ext cx="1102660" cy="1035423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7503459" y="5640604"/>
              <a:ext cx="1102660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Identidad de institución o departamento</a:t>
              </a:r>
              <a:endParaRPr/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1976718" y="2677793"/>
            <a:ext cx="8238565" cy="58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5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 Medium"/>
              <a:buNone/>
            </a:pPr>
            <a:r>
              <a:rPr lang="es-MX" sz="6000" b="0" u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Título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976718" y="3267409"/>
            <a:ext cx="8238565" cy="9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r>
              <a:rPr lang="es-MX" sz="2800" b="0" u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Clave de ponencia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r>
              <a:rPr lang="es-MX" sz="2800" b="0" u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Autores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510553" y="4945372"/>
            <a:ext cx="9547412" cy="306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Libre Franklin Medium"/>
              <a:buNone/>
            </a:pPr>
            <a:r>
              <a:rPr lang="es-MX" sz="1600" b="0" u="none">
                <a:solidFill>
                  <a:srgbClr val="17161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Artículo incluido en la publicación electrónica Memorias del Congreso ISSN 2448-7945 | Mayo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0410986" y="154299"/>
            <a:ext cx="968188" cy="860612"/>
            <a:chOff x="7521110" y="5446059"/>
            <a:chExt cx="1102660" cy="1035423"/>
          </a:xfrm>
        </p:grpSpPr>
        <p:sp>
          <p:nvSpPr>
            <p:cNvPr id="95" name="Google Shape;95;p2"/>
            <p:cNvSpPr/>
            <p:nvPr/>
          </p:nvSpPr>
          <p:spPr>
            <a:xfrm>
              <a:off x="7521110" y="5446059"/>
              <a:ext cx="1102660" cy="1035423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7521110" y="5658278"/>
              <a:ext cx="1102660" cy="6109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9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Identidad de institución o departamento</a:t>
              </a:r>
              <a:endParaRPr/>
            </a:p>
          </p:txBody>
        </p:sp>
      </p:grp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339064" y="1891592"/>
            <a:ext cx="11343468" cy="1421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339064" y="1194283"/>
            <a:ext cx="8238565" cy="58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r>
              <a:rPr lang="es-MX" sz="2800">
                <a:latin typeface="Libre Franklin Medium"/>
                <a:ea typeface="Libre Franklin Medium"/>
                <a:cs typeface="Libre Franklin Medium"/>
                <a:sym typeface="Libre Franklin Medium"/>
              </a:rPr>
              <a:t>Objetivo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339064" y="3743312"/>
            <a:ext cx="8238565" cy="58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r>
              <a:rPr lang="es-MX" sz="28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Introducción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339064" y="4511015"/>
            <a:ext cx="11343468" cy="1421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3"/>
          <p:cNvGrpSpPr/>
          <p:nvPr/>
        </p:nvGrpSpPr>
        <p:grpSpPr>
          <a:xfrm>
            <a:off x="10410986" y="154299"/>
            <a:ext cx="968188" cy="860612"/>
            <a:chOff x="7521110" y="5446059"/>
            <a:chExt cx="1102660" cy="1035423"/>
          </a:xfrm>
        </p:grpSpPr>
        <p:sp>
          <p:nvSpPr>
            <p:cNvPr id="106" name="Google Shape;106;p3"/>
            <p:cNvSpPr/>
            <p:nvPr/>
          </p:nvSpPr>
          <p:spPr>
            <a:xfrm>
              <a:off x="7521110" y="5446059"/>
              <a:ext cx="1102660" cy="1035423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"/>
            <p:cNvSpPr txBox="1"/>
            <p:nvPr/>
          </p:nvSpPr>
          <p:spPr>
            <a:xfrm>
              <a:off x="7521110" y="5658278"/>
              <a:ext cx="1102660" cy="6109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9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Identidad de institución o departamento</a:t>
              </a:r>
              <a:endParaRPr/>
            </a:p>
          </p:txBody>
        </p:sp>
      </p:grp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339064" y="1976717"/>
            <a:ext cx="11343468" cy="4329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339064" y="1194283"/>
            <a:ext cx="8238565" cy="58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r>
              <a:rPr lang="es-MX" sz="2800">
                <a:latin typeface="Libre Franklin Medium"/>
                <a:ea typeface="Libre Franklin Medium"/>
                <a:cs typeface="Libre Franklin Medium"/>
                <a:sym typeface="Libre Franklin Medium"/>
              </a:rPr>
              <a:t>Metodología y/o desarrollo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4"/>
          <p:cNvGrpSpPr/>
          <p:nvPr/>
        </p:nvGrpSpPr>
        <p:grpSpPr>
          <a:xfrm>
            <a:off x="10488476" y="154299"/>
            <a:ext cx="968188" cy="860612"/>
            <a:chOff x="7521110" y="5446059"/>
            <a:chExt cx="1102660" cy="1035423"/>
          </a:xfrm>
        </p:grpSpPr>
        <p:sp>
          <p:nvSpPr>
            <p:cNvPr id="115" name="Google Shape;115;p4"/>
            <p:cNvSpPr/>
            <p:nvPr/>
          </p:nvSpPr>
          <p:spPr>
            <a:xfrm>
              <a:off x="7521110" y="5446059"/>
              <a:ext cx="1102660" cy="1035423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4"/>
            <p:cNvSpPr txBox="1"/>
            <p:nvPr/>
          </p:nvSpPr>
          <p:spPr>
            <a:xfrm>
              <a:off x="7521110" y="5658278"/>
              <a:ext cx="1102660" cy="6109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9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Identidad de institución o departamento</a:t>
              </a:r>
              <a:endParaRPr/>
            </a:p>
          </p:txBody>
        </p:sp>
      </p:grp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339064" y="1783899"/>
            <a:ext cx="11494348" cy="16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8" name="Google Shape;118;p4"/>
          <p:cNvSpPr txBox="1">
            <a:spLocks noGrp="1"/>
          </p:cNvSpPr>
          <p:nvPr>
            <p:ph type="title"/>
          </p:nvPr>
        </p:nvSpPr>
        <p:spPr>
          <a:xfrm>
            <a:off x="339064" y="1194283"/>
            <a:ext cx="8238565" cy="58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r>
              <a:rPr lang="es-MX" sz="2800">
                <a:latin typeface="Libre Franklin Medium"/>
                <a:ea typeface="Libre Franklin Medium"/>
                <a:cs typeface="Libre Franklin Medium"/>
                <a:sym typeface="Libre Franklin Medium"/>
              </a:rPr>
              <a:t>Resultados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339064" y="3771316"/>
            <a:ext cx="8238565" cy="58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r>
              <a:rPr lang="es-MX" sz="28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Conclusiones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5"/>
          <p:cNvGrpSpPr/>
          <p:nvPr/>
        </p:nvGrpSpPr>
        <p:grpSpPr>
          <a:xfrm>
            <a:off x="10410986" y="154299"/>
            <a:ext cx="968188" cy="860612"/>
            <a:chOff x="7521110" y="5446059"/>
            <a:chExt cx="1102660" cy="1035423"/>
          </a:xfrm>
        </p:grpSpPr>
        <p:sp>
          <p:nvSpPr>
            <p:cNvPr id="125" name="Google Shape;125;p5"/>
            <p:cNvSpPr/>
            <p:nvPr/>
          </p:nvSpPr>
          <p:spPr>
            <a:xfrm>
              <a:off x="7521110" y="5446059"/>
              <a:ext cx="1102660" cy="1035423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5"/>
            <p:cNvSpPr txBox="1"/>
            <p:nvPr/>
          </p:nvSpPr>
          <p:spPr>
            <a:xfrm>
              <a:off x="7521110" y="5658278"/>
              <a:ext cx="1102660" cy="6109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9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Identidad de institución o departamento</a:t>
              </a:r>
              <a:endParaRPr/>
            </a:p>
          </p:txBody>
        </p:sp>
      </p:grpSp>
      <p:sp>
        <p:nvSpPr>
          <p:cNvPr id="127" name="Google Shape;127;p5"/>
          <p:cNvSpPr txBox="1">
            <a:spLocks noGrp="1"/>
          </p:cNvSpPr>
          <p:nvPr>
            <p:ph type="body" idx="1"/>
          </p:nvPr>
        </p:nvSpPr>
        <p:spPr>
          <a:xfrm>
            <a:off x="339064" y="1976717"/>
            <a:ext cx="11343468" cy="4329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339064" y="1194283"/>
            <a:ext cx="8238565" cy="58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r>
              <a:rPr lang="es-MX" sz="2800">
                <a:latin typeface="Libre Franklin Medium"/>
                <a:ea typeface="Libre Franklin Medium"/>
                <a:cs typeface="Libre Franklin Medium"/>
                <a:sym typeface="Libre Franklin Medium"/>
              </a:rPr>
              <a:t>Bibliografía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6"/>
          <p:cNvGrpSpPr/>
          <p:nvPr/>
        </p:nvGrpSpPr>
        <p:grpSpPr>
          <a:xfrm>
            <a:off x="9463633" y="5935396"/>
            <a:ext cx="968188" cy="860612"/>
            <a:chOff x="7503459" y="5446059"/>
            <a:chExt cx="1102660" cy="1035423"/>
          </a:xfrm>
        </p:grpSpPr>
        <p:sp>
          <p:nvSpPr>
            <p:cNvPr id="134" name="Google Shape;134;p6"/>
            <p:cNvSpPr/>
            <p:nvPr/>
          </p:nvSpPr>
          <p:spPr>
            <a:xfrm>
              <a:off x="7503459" y="5446059"/>
              <a:ext cx="1102660" cy="1035423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6"/>
            <p:cNvSpPr txBox="1"/>
            <p:nvPr/>
          </p:nvSpPr>
          <p:spPr>
            <a:xfrm>
              <a:off x="7503459" y="5640604"/>
              <a:ext cx="1102660" cy="6109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9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Identidad de institución o departamento</a:t>
              </a:r>
              <a:endParaRPr/>
            </a:p>
          </p:txBody>
        </p:sp>
      </p:grp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xfrm>
            <a:off x="4141695" y="3631127"/>
            <a:ext cx="7705164" cy="171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3102157" y="1950268"/>
            <a:ext cx="874470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 b="1" cap="none">
                <a:solidFill>
                  <a:srgbClr val="DBDBD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Gracias por su atención</a:t>
            </a:r>
            <a:endParaRPr sz="5400" b="1" cap="none">
              <a:solidFill>
                <a:srgbClr val="DBDB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Panorámica</PresentationFormat>
  <Paragraphs>17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Century Schoolbook</vt:lpstr>
      <vt:lpstr>Calibri</vt:lpstr>
      <vt:lpstr>Libre Franklin Medium</vt:lpstr>
      <vt:lpstr>Libre Franklin</vt:lpstr>
      <vt:lpstr>Arial</vt:lpstr>
      <vt:lpstr>Tema de Office</vt:lpstr>
      <vt:lpstr>Presentación de PowerPoint</vt:lpstr>
      <vt:lpstr>Objetivo</vt:lpstr>
      <vt:lpstr>Metodología y/o desarrollo</vt:lpstr>
      <vt:lpstr>Resultados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KARINA SIMON FARFAN</dc:creator>
  <cp:lastModifiedBy>Think23</cp:lastModifiedBy>
  <cp:revision>1</cp:revision>
  <dcterms:created xsi:type="dcterms:W3CDTF">2023-12-07T18:07:02Z</dcterms:created>
  <dcterms:modified xsi:type="dcterms:W3CDTF">2024-02-22T17:08:55Z</dcterms:modified>
</cp:coreProperties>
</file>